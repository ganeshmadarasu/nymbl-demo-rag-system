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4864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AI Engineer Technical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E6EDF3"/>
                </a:solidFill>
              </a:rPr>
              <a:t>DocRAG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Single-document Q&amp;A grounded in your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49039"/>
            <a:ext cx="17373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3767328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8A6FF"/>
                </a:solidFill>
              </a:rPr>
              <a:t>Gemini Embeddings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3749039"/>
            <a:ext cx="17373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3767328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FB950"/>
                </a:solidFill>
              </a:rPr>
              <a:t>pgvector + BM25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749039"/>
            <a:ext cx="17373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3767328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2A8FF"/>
                </a:solidFill>
              </a:rPr>
              <a:t>FastAPI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749039"/>
            <a:ext cx="17373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3767328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8166"/>
                </a:solidFill>
              </a:rPr>
              <a:t>Hybrid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📄  Upload any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12140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✂️  Auto-scaled chunking + parent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59689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🧠  Gemini semantic 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07238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🔍  Hybrid BM25 + vector search (RRF)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5478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🔃  Gemini re-ranking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023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💬  Grounded streaming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4988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📎  [Chunk N] citations with similarity 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What DocRAG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94960" cy="1463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🧩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LLMs hallucinate when asked about documents they haven't seen. Generic chat can't cite specific passages or say "I don't know" reliably.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463040"/>
            <a:ext cx="5394960" cy="1463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✅ 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1965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Retrieval-Augmented Generation — ground every answer in retrieved chunks from the actual document, with inline citations so claims can be verified.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11091672" cy="1554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192024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PDF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any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7033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291840"/>
            <a:ext cx="192024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337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</a:rPr>
              <a:t>✂️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Extract &amp; Chunk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069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PyMuPDF + tiktoken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7033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291840"/>
            <a:ext cx="192024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337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Embed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069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gemini-embedding-2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37033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291840"/>
            <a:ext cx="192024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337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</a:rPr>
              <a:t>🗄️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069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Postgres + pgvector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37033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3291840"/>
            <a:ext cx="192024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3337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</a:rP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069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Gemini 2.5 Flash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0"/>
            <a:ext cx="146304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6EDF3"/>
                </a:solidFill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971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2461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index.html
SSE streaming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645920"/>
            <a:ext cx="1737360" cy="320040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</a:rPr>
              <a:t>FastAPI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12848" y="2148840"/>
            <a:ext cx="1517904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219456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DF3"/>
                </a:solidFill>
              </a:rPr>
              <a:t>POST /ingest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2606040"/>
            <a:ext cx="1517904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265176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DF3"/>
                </a:solidFill>
              </a:rPr>
              <a:t>POST /query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3063240"/>
            <a:ext cx="1517904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12848" y="310896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DF3"/>
                </a:solidFill>
              </a:rPr>
              <a:t>DELETE /doc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2848" y="3520440"/>
            <a:ext cx="1517904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2848" y="356616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DF3"/>
                </a:solidFill>
              </a:rPr>
              <a:t>GET /doc/info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12848" y="3977640"/>
            <a:ext cx="1517904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12848" y="402336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DF3"/>
                </a:solidFill>
              </a:rPr>
              <a:t>GET /health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1371600"/>
            <a:ext cx="777240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144475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FB950"/>
                </a:solidFill>
              </a:rPr>
              <a:t>INGEST 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73736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176479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EDF3"/>
                </a:solidFill>
              </a:rPr>
              <a:t>PyMuPDF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37744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extract text
no token limit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73736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176479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✂️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EDF3"/>
                </a:solidFill>
              </a:rPr>
              <a:t>tiktoken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37744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count tokens
compute_params
chunk+overlap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173736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176479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EDF3"/>
                </a:solidFill>
              </a:rPr>
              <a:t>Gemini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37744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embedding-2
768-dim
concurrent+retry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173736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176479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🗄️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EDF3"/>
                </a:solidFill>
              </a:rPr>
              <a:t>Postgres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37744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chunks+parent_text
doc_meta
pgvector HNSW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566160"/>
            <a:ext cx="777240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0" y="363931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8A6FF"/>
                </a:solidFill>
              </a:rPr>
              <a:t>QUERY PIPELINE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60" y="393192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39593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42976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EDF3"/>
                </a:solidFill>
              </a:rPr>
              <a:t>Embed query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60" y="45720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RETRIEVAL_QUERY
768-dim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93192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39593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42976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EDF3"/>
                </a:solidFill>
              </a:rPr>
              <a:t>Hybrid 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5720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BM25 + pgvector
RRF fusion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393192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8120" y="39593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42976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EDF3"/>
                </a:solidFill>
              </a:rPr>
              <a:t>Re-rank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45720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Gemini ranks
top k/2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3931920"/>
            <a:ext cx="1691640" cy="1508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39593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EDF3"/>
                </a:solidFill>
              </a:rPr>
              <a:t>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42976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EDF3"/>
                </a:solidFill>
              </a:rPr>
              <a:t>Response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45720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B949E"/>
                </a:solidFill>
              </a:rPr>
              <a:t>[Chunk N] cites
similarity %
SSE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49039" y="22860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FB950"/>
                </a:solidFill>
              </a:rPr>
              <a:t>ingest 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49039" y="44805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8A6FF"/>
                </a:solidFill>
              </a:rPr>
              <a:t>query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PIPELINE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Ingest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834640" cy="493776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6EDF3"/>
                </a:solidFill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1 · 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PyMuPDF reads every page verbatim with no token output limit. Null bytes stripped for Postgres UTF-8 compatibility.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754880"/>
            <a:ext cx="25603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18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A8FF"/>
                </a:solidFill>
              </a:rPr>
              <a:t>fitz.open(stream=…)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463040"/>
            <a:ext cx="2834640" cy="4937760"/>
          </a:xfrm>
          <a:prstGeom prst="rect">
            <a:avLst/>
          </a:prstGeom>
          <a:solidFill>
            <a:srgbClr val="161B22"/>
          </a:solidFill>
          <a:ln w="9525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1508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6EDF3"/>
                </a:solidFill>
              </a:rPr>
              <a:t>✂️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2 · Chunk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4231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tiktoken counts total tokens → compute_params() selects chunk_size and k. Sentence-boundary splits with 64-token overlap. Parent text (prev+self+next) stored for LLM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4754880"/>
            <a:ext cx="25603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4818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A8FF"/>
                </a:solidFill>
              </a:rPr>
              <a:t>chunk_text(text, chunk_size)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463040"/>
            <a:ext cx="2834640" cy="4937760"/>
          </a:xfrm>
          <a:prstGeom prst="rect">
            <a:avLst/>
          </a:prstGeom>
          <a:solidFill>
            <a:srgbClr val="161B22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1508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6EDF3"/>
                </a:solidFill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3 · Embed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4231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All chunks embedded concurrently via asyncio.gather. Exponential backoff retries on 429/503. Task type RETRIEVAL_DOCUMENT for higher retrieval accuracy.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4754880"/>
            <a:ext cx="25603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4818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A8FF"/>
                </a:solidFill>
              </a:rPr>
              <a:t>gemini-embedding-2 · 768-dim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07424" y="1463040"/>
            <a:ext cx="2834640" cy="4937760"/>
          </a:xfrm>
          <a:prstGeom prst="rect">
            <a:avLst/>
          </a:prstGeom>
          <a:solidFill>
            <a:srgbClr val="161B22"/>
          </a:solidFill>
          <a:ln w="9525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424" y="1508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6EDF3"/>
                </a:solidFill>
              </a:rPr>
              <a:t>🗄️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4 ·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24231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Chunks + vectors + parent_text written to chunks table. doc_meta persists chunk_count and k. If same PDF is re-uploaded, doc_exists() detects the SHA-256 match and skips all of the above.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44584" y="4754880"/>
            <a:ext cx="25603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4818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A8FF"/>
                </a:solidFill>
              </a:rPr>
              <a:t>HNSW index · GIN tsvector 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PIPELINE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Query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11640312" cy="1463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User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plain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1572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2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Embed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2240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RETRIEVAL_QUERY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1572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Hybrid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240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BM25 + vector RRF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1572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</a:rPr>
              <a:t>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Re-rank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2240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Gemini · top k/2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15727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</a:rPr>
              <a:t>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EDF3"/>
                </a:solidFill>
              </a:rPr>
              <a:t>Stream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2240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SSE + citations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00400"/>
            <a:ext cx="557784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337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System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033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"Answer using ONLY the provided context. If insufficient: "I don't know." Cite sources as [Chunk N] inline."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3912" y="3200400"/>
            <a:ext cx="576072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337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Grounding guarantee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370332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If pgvector returns zero results, the answer is short-circuited to 'I don't know.' before the LLM is called — no hallucination possible on empty retrieval.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21208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Both ingest progress and answer tokens stream via Server-Sent Events — no polling, real-time UI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KEY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Auto-scaled chunk size &amp; 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A fixed chunk size performs poorly at both extremes. compute_params(total_tokens) selects both values from five tiers — the chosen k is persisted to doc_meta and restored on server restart.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91672" cy="4434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Document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Token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chunk_size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k retrieved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Rationale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Tiny  (&lt;20 pages)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&lt; 10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Tight chunks; few results enough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358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Small (20–100 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0358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&lt; 50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0358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384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0358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358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Balanced default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027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Medium (100–400 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6027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&lt; 200 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60273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512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60273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0273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More context needed per chunk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16966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Large (400–1000 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16966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&lt; 500 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16966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768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416966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1696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Wide chunks, broad 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3659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Huge  (1000+ pages)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7365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≥ 500 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736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1024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736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7365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Maximum context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TECHNOLOGY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Stack &amp; rationale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5166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PDF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554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PyMuPDF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5448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Gemini extraction silently truncates at 65 K output tokens — a 100-page PDF returned 6 chunks. PyMuPDF has no output limit.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Token counting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212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tiktoken cl100k_base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12848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Same encoding the chunker uses — no unit mismatch. Character counts are unreliable across document types.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712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712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gemini-embedding-2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71216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Separate RETRIEVAL_DOCUMENT / RETRIEVAL_QUERY task types improve accuracy over symmetric embeddings.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Vector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52958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Postgres + pgvector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529584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HNSW needs no pre-training. One service handles relational + vector + full-text search. No extra infra.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879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DB driver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879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asyncpg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18795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Binary wire protocol — lower latency than psycopg. No ORM overhead for a minimal schema.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46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846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Gemini 2.5 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84632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Fast, cost-effective, streamed output via SSE for a responsive UX. Also used for re-ranking.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046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5046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Single HTML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504688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No build tools, no Node.js. Served by FastAPI — one uvicorn command to run everything.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ENGINEERING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Key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557784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0800" cy="2011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🔄  Concurrent embedding with retry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All chunks embedded via asyncio.gather — no serial bottleneck. 429/503 errors retry with exponential backoff (2 → 64 s). Non-retryable errors surface immediately.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1463040"/>
            <a:ext cx="557784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3912" y="1463040"/>
            <a:ext cx="50800" cy="20116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💾  State survives restarts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0574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doc_meta table stores doc_id, chunk_count, and k. FastAPI lifespan hook restores all three on startup — no re-upload needed after a server bounce.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557784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50800" cy="201168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319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🪟  Sentence-boundary overlap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399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Each chunk seeds itself with the last 64 tokens of the previous chunk. Prevents context loss when an argument spans a chunk boundary.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3749039"/>
            <a:ext cx="557784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3912" y="3749039"/>
            <a:ext cx="50800" cy="201168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9319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📡  Server-Sent Events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4343399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Ingest progress (extracting → chunking → embedding → done) and answer tokens both stream via SSE. No polling, no page reload — real-time updates throughout.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ADDITIONAL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Retrieval quality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52044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52044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🔍  Hybrid Search (BM25 + Vector)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pgvector cosine similarity fused with Postgres tsvector BM25 via Reciprocal Rank Fusion (k=60). Dense retrieval catches semantic matches; BM25 catches exact keyword matches. Zero new infrastructure — Postgres handles both. Generated tsv column with GIN index.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463040"/>
            <a:ext cx="352044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463040"/>
            <a:ext cx="352044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5727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🔃  Gemini Re-ranking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96596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After hybrid retrieval returns k chunks, Gemini ranks them by relevance to the question and keeps the top k/2. Filters out chunks that are semantically close but topically irrelevant before they reach the LLM context window.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463040"/>
            <a:ext cx="352044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463040"/>
            <a:ext cx="352044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57276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🪟  Parent-Child Chunking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96596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Small chunks (precise retrieval) are embedded and retrieved. Each chunk also stores its adjacent-window text (prev + self + next chunk) as parent_text. The LLM receives the wider context; citations show only the precise matched chunk.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3931920"/>
            <a:ext cx="4114800" cy="24688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48840" y="3931920"/>
            <a:ext cx="4114800" cy="3810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0416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⚡  Duplicate Upload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4348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doc_id is a SHA-256 hash of the PDF bytes. On upload, doc_exists() checks doc_meta before extraction begins. Identical file re-uploads skip PyMuPDF, tiktoken, all Gemini embedding calls, and DB writes — instant load from cache.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931920"/>
            <a:ext cx="4114800" cy="24688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3931920"/>
            <a:ext cx="41148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40416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📊  Similarity Score 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44348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Every query logs avg and min cosine similarity across retrieved chunks — a low min_sim signals k is too small for the document. Citation pills in the UI show a colour-coded % badge: green ≥75%, amber ≥50%, red &lt;50%.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1672" cy="4114800"/>
          </a:xfrm>
          <a:prstGeom prst="rect">
            <a:avLst/>
          </a:prstGeom>
          <a:solidFill>
            <a:srgbClr val="0F1B2D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Demo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Upload a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505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Drag &amp; drop — watch ingest progress: extract → chunk → embed →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Ask a specific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278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Observe streamed response, citation pills with similarity % badges, and hover for raw chunk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03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Re-upload the same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050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Ingest completes instantly — duplicate detection skips all 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</a:rPr>
              <a:t>4️⃣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Ask something unanswerable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82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System responds "I don't know." — no hallucination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http://localhost:8000   ·   docker compose up -d &amp;&amp; uvicorn backend.main:app --reload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EDF3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794760" cy="5074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79476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🔧 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• OCR for scanned PDFs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Tesseract or Google Vision fallback when PyMuPDF returns empty text — currently image-based PDFs produce no chunks.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175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• Upload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918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Background job for large PDFs — free the HTTP request immediately and let the client poll for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• Auth + multi-user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2976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Session isolation so multiple users can each have their own document state without shared _state.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7096" y="1463040"/>
            <a:ext cx="3794760" cy="5074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7096" y="1463040"/>
            <a:ext cx="379476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5544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A8FF"/>
                </a:solidFill>
              </a:rPr>
              <a:t>🧩 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0116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• Query expansion / HyDE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2860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Generate a hypothetical answer, embed it, use that for retrieval — improves recall on vague or abstract questions.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30175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• Structured chunk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32918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Detect headings, tables, and lists in PDFs and split at structural boundaries rather than sentence boundaries.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40233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• Eval 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42976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Automated Q&amp;A pairs against known answers to measure retrieval precision, recall, and answer faithfulness.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1463040"/>
            <a:ext cx="3794760" cy="5074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9872" y="1463040"/>
            <a:ext cx="379476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2" y="15544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📦 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20116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• Multi-document 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22860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Doc picker with per-doc metadata — query across multiple PDFs with doc_id filtering.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30175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• Streaming embed batches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32918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For very large docs, stream embedding in fixed batches rather than one giant asyncio.gather to bound peak memory.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40233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• Persistent conversation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42976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Store chat history per session so follow-up questions can reference earlier answers.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E6EDF3"/>
                </a:solidFill>
              </a:rPr>
              <a:t>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6EDF3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949E"/>
                </a:solidFill>
              </a:rPr>
              <a:t>Questions &amp; live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840480"/>
            <a:ext cx="5788152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3904487"/>
            <a:ext cx="5788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8A6FF"/>
                </a:solidFill>
              </a:rPr>
              <a:t>github.com/GaneshMadarasu/nymbl-demo-RAG-system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🔍 Hybrid BM25 +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🔃 Gemini re-ranking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🪟 Parent-child chunks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⚡ Dedup + similarity scores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