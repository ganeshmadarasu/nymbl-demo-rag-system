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 watch ingest progress: extract → chunk → embed → done</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Empty-text pages render at 200 DPI and Gemini Vision returns the verbatim transcription; the text flows into the normal chunker/embedder/retriever.</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Per-page detection: typed pages above 50 chars skip OCR (handwritten margin notes missed). Transcription is plain text only — no ink-color metadata. Scans with a pre-existing embedded OCR layer (Acrobat, Preview) read as typed PDFs; the viewer's text-layer highlighter then misaligns yellow rectangles over the actual handwriting glyphs.</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