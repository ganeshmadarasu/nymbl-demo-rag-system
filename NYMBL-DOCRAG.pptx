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Tesseract or Google Vision fallback when PyMuPDF returns empty text — currently image-based PDFs produce no chunks.</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Limited OCR Support</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Embedded images are extracted and captioned by Gemini Vision, so figures and diagrams are queryable. But full-page scanned PDFs (e.g. scanned books) aren't OCR'd to text — only the page-as-image caption is indexed.</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