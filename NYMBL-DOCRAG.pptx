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 watch ingest progress: extract → chunk → embed → done</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Shipped: (1) Vision OCR on empty/sparse pages so handwritten/scanned content becomes searchable; (2) PDF annotation reader pulls Acrobat/Preview highlights, underlines and sticky notes into chunk context; (3) Vision visual-markup pass detects hand-drawn underlines/highlights flattened into the page raster. OCR is bundled with the 'Hand Written?' toggle (cheap); markup detection is a separate opt-in (one Vision call per page — slow on long PDFs).</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Per-page detection: typed pages above 50 chars skip OCR (handwritten margin notes missed). Transcription is plain text only — no ink-color metadata. Scans with a pre-existing embedded OCR layer (Acrobat, Preview) read as typed PDFs; the viewer's text-layer highlighter then misaligns yellow rectangles over the actual handwriting glyphs.</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